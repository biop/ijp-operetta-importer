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7FB33-E3CF-45B0-AEEF-9CBB4849B8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27EF59-922E-43E3-8848-4C5031E348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196089-9695-4EE1-A044-EBEEBD2DD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AF467-F9ED-4C4D-A055-74DCFDDE6DCD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33F68F-9CD9-4F2B-82F2-44BAE27C8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C951DE-1181-4059-B5D6-6DCBD70A8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C26B5-165A-476E-B023-8D6E6B6C5F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74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ABB96-4F3C-49D1-96A9-B968D3DB4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7F037E-3288-499C-B5B6-9A5E074B8B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4E6FE3-0698-4C0A-A81A-0D1EF6022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AF467-F9ED-4C4D-A055-74DCFDDE6DCD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FB80C-9F65-44BE-83F8-C8371FAD9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DABA1-B7A6-43B8-89CA-EE9354AF7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C26B5-165A-476E-B023-8D6E6B6C5F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791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F53B8-568E-43E0-83B7-1C40FAE18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849804-9318-49BC-BC32-DB9CA21C44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CFF722-0C37-438C-8C02-95F78E895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AF467-F9ED-4C4D-A055-74DCFDDE6DCD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CE3EA9-E389-4768-BA91-2C372750B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2A88E5-98A6-492E-BD4E-E7BB65539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C26B5-165A-476E-B023-8D6E6B6C5F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706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CD8B1-2BF2-4B7A-ACFD-73F013545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ECA9AF-AD1F-4070-8652-E634CB4B85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C06796-77BB-4EEE-88FC-AA658CEEA2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D10DCE-3F58-4689-A870-A0DE2C141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AF467-F9ED-4C4D-A055-74DCFDDE6DCD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0B4A92-12DD-4924-B7E0-5139785E7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6DBC58-A396-49DB-84BB-9F93AE461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C26B5-165A-476E-B023-8D6E6B6C5F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9253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372CB-2EA6-48D4-B84E-FCCEC1AF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C946F4-146A-4FBD-B693-8DF6A2C497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D403D1-AC43-4314-A869-2E877E123A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A941FE-FAA1-409B-9BBE-9DDE9E55C6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D3F139-9EBB-4556-9053-BC99B2F448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2613F0-9F7B-46D5-AF26-AACBE62CD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AF467-F9ED-4C4D-A055-74DCFDDE6DCD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8225F5-B6A9-4447-BD91-F29E85DAD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A52089-425C-4DA0-B924-784BE23C7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C26B5-165A-476E-B023-8D6E6B6C5F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637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71AF5-013C-4CCD-89BD-7372E01FE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5134BE-95FF-45F4-92DE-988C68DC2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AF467-F9ED-4C4D-A055-74DCFDDE6DCD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76FCC1-FDC6-4BBB-926A-53287BDB9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858F65-E159-48AE-A7F6-C16C5753A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C26B5-165A-476E-B023-8D6E6B6C5F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564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4AA030-5DA0-4736-A3C9-F9582ABF7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AF467-F9ED-4C4D-A055-74DCFDDE6DCD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3F248D-1D23-4FD6-BB04-DDEB71207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5A9F09-E99C-4C18-984A-9F0AE67A7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C26B5-165A-476E-B023-8D6E6B6C5F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059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E323C-7862-454E-890F-AD85AE660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0E25D6-D800-4C2C-8EC7-C04170E4F9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105C37-B617-44A6-A8EC-6A9CADB414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DDC34D-FBC4-42EB-8421-75132E7B5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AF467-F9ED-4C4D-A055-74DCFDDE6DCD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5FDEAE-07A1-4744-A6EC-CFB27A646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A60B34-BF7F-4C22-9836-0EFE52E2F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C26B5-165A-476E-B023-8D6E6B6C5F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037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ABF20-109E-4240-BB50-24D64AE29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01566A-032A-4267-9128-53C53A58D2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2199F5-A591-455E-A4AD-9C7D1A25C7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D4C2CE-83E1-4861-A8FE-D43909D6D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AF467-F9ED-4C4D-A055-74DCFDDE6DCD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5B2DA0-A6C7-40D4-A8E1-B451CCAA2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73FD3C-9D30-453B-AD6D-984D9660B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C26B5-165A-476E-B023-8D6E6B6C5F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2423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0D08D-2254-4E1D-991F-7B94DB273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A8A425-4C69-4FF8-B758-A7D57540E9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21A845-8941-42F4-AF55-22E51B409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AF467-F9ED-4C4D-A055-74DCFDDE6DCD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7D50E7-6FF0-42DC-96B2-5F1405CD7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1030F-96C1-4183-B73C-78CB00E8E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C26B5-165A-476E-B023-8D6E6B6C5F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373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BDC860-8FAF-438D-AE14-4D8910DBB1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5B0FBC-DCAA-446D-85C4-FA1A590841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19BB6E-3487-4EFE-82D5-31FF3C753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AF467-F9ED-4C4D-A055-74DCFDDE6DCD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91406B-114D-4404-85BD-BC9A291D4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1C074C-250E-4712-8EE9-D04157F6B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C26B5-165A-476E-B023-8D6E6B6C5F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210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9D12EB-38C4-4FC8-A9EE-05E477F6B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F1A425-0BF6-4396-A32C-5577481B15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A8E51A-72CF-4A1C-AB20-D422D508C7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2AF467-F9ED-4C4D-A055-74DCFDDE6DCD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413D23-BF79-4032-8776-34FDD8B199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F8A2E1-7947-4F35-A8B4-C58A314C08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4C26B5-165A-476E-B023-8D6E6B6C5F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138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630698-DF2F-CCD3-3C47-80731344A5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4004" y="3575402"/>
            <a:ext cx="5645376" cy="309653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622A739-E70A-4371-8514-9DB5B19D36A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-110" b="56801"/>
          <a:stretch/>
        </p:blipFill>
        <p:spPr>
          <a:xfrm>
            <a:off x="3401690" y="262128"/>
            <a:ext cx="5663062" cy="296257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3144B0C-D34B-459F-BC5B-C62291202AAF}"/>
              </a:ext>
            </a:extLst>
          </p:cNvPr>
          <p:cNvSpPr/>
          <p:nvPr/>
        </p:nvSpPr>
        <p:spPr>
          <a:xfrm>
            <a:off x="2927532" y="573632"/>
            <a:ext cx="958129" cy="123568"/>
          </a:xfrm>
          <a:prstGeom prst="rect">
            <a:avLst/>
          </a:prstGeom>
          <a:solidFill>
            <a:srgbClr val="FFC000">
              <a:alpha val="36863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C0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ECCD658-30F3-438A-BCCA-BEB48F30E724}"/>
              </a:ext>
            </a:extLst>
          </p:cNvPr>
          <p:cNvSpPr/>
          <p:nvPr/>
        </p:nvSpPr>
        <p:spPr>
          <a:xfrm>
            <a:off x="2927529" y="2695028"/>
            <a:ext cx="1111069" cy="123568"/>
          </a:xfrm>
          <a:prstGeom prst="rect">
            <a:avLst/>
          </a:prstGeom>
          <a:solidFill>
            <a:srgbClr val="FFC000">
              <a:alpha val="36863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C00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B5CFFA6-64C5-4EDF-B323-E91C820A7C05}"/>
              </a:ext>
            </a:extLst>
          </p:cNvPr>
          <p:cNvSpPr/>
          <p:nvPr/>
        </p:nvSpPr>
        <p:spPr>
          <a:xfrm>
            <a:off x="2893238" y="1798634"/>
            <a:ext cx="4844872" cy="123568"/>
          </a:xfrm>
          <a:prstGeom prst="rect">
            <a:avLst/>
          </a:prstGeom>
          <a:solidFill>
            <a:srgbClr val="FFC000">
              <a:alpha val="36863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C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2217BA1-7D5C-49F7-BBC7-AB7409F28162}"/>
              </a:ext>
            </a:extLst>
          </p:cNvPr>
          <p:cNvSpPr/>
          <p:nvPr/>
        </p:nvSpPr>
        <p:spPr>
          <a:xfrm>
            <a:off x="2927529" y="3009463"/>
            <a:ext cx="912951" cy="123568"/>
          </a:xfrm>
          <a:prstGeom prst="rect">
            <a:avLst/>
          </a:prstGeom>
          <a:solidFill>
            <a:srgbClr val="FFC000">
              <a:alpha val="36863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C00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862C037-3C93-467C-898D-3EA68C59E0C5}"/>
              </a:ext>
            </a:extLst>
          </p:cNvPr>
          <p:cNvSpPr/>
          <p:nvPr/>
        </p:nvSpPr>
        <p:spPr>
          <a:xfrm>
            <a:off x="2927530" y="2380593"/>
            <a:ext cx="912950" cy="123568"/>
          </a:xfrm>
          <a:prstGeom prst="rect">
            <a:avLst/>
          </a:prstGeom>
          <a:solidFill>
            <a:srgbClr val="FFC000">
              <a:alpha val="36863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C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645C11-99EE-4F0F-9FD8-364B6BAEDA24}"/>
              </a:ext>
            </a:extLst>
          </p:cNvPr>
          <p:cNvSpPr txBox="1"/>
          <p:nvPr/>
        </p:nvSpPr>
        <p:spPr>
          <a:xfrm>
            <a:off x="2456482" y="429844"/>
            <a:ext cx="247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780C39-A6A0-4CA5-962A-EE6F37DFDE47}"/>
              </a:ext>
            </a:extLst>
          </p:cNvPr>
          <p:cNvSpPr txBox="1"/>
          <p:nvPr/>
        </p:nvSpPr>
        <p:spPr>
          <a:xfrm>
            <a:off x="2456482" y="1092271"/>
            <a:ext cx="247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A017898-87A7-4B59-9056-1F126CA0B219}"/>
              </a:ext>
            </a:extLst>
          </p:cNvPr>
          <p:cNvSpPr txBox="1"/>
          <p:nvPr/>
        </p:nvSpPr>
        <p:spPr>
          <a:xfrm>
            <a:off x="2456482" y="1613968"/>
            <a:ext cx="247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31A3A4D-22C2-4CA7-A158-4CF94F118518}"/>
              </a:ext>
            </a:extLst>
          </p:cNvPr>
          <p:cNvSpPr txBox="1"/>
          <p:nvPr/>
        </p:nvSpPr>
        <p:spPr>
          <a:xfrm>
            <a:off x="2456482" y="2264997"/>
            <a:ext cx="247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503F51E-03BF-4698-BCDF-E41F3F5428BD}"/>
              </a:ext>
            </a:extLst>
          </p:cNvPr>
          <p:cNvSpPr txBox="1"/>
          <p:nvPr/>
        </p:nvSpPr>
        <p:spPr>
          <a:xfrm>
            <a:off x="2456482" y="2602028"/>
            <a:ext cx="247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E39DF8B-4064-41C7-8F0F-61DE154D1A91}"/>
              </a:ext>
            </a:extLst>
          </p:cNvPr>
          <p:cNvSpPr/>
          <p:nvPr/>
        </p:nvSpPr>
        <p:spPr>
          <a:xfrm>
            <a:off x="2927529" y="1215153"/>
            <a:ext cx="958129" cy="123568"/>
          </a:xfrm>
          <a:prstGeom prst="rect">
            <a:avLst/>
          </a:prstGeom>
          <a:solidFill>
            <a:srgbClr val="FFC000">
              <a:alpha val="36863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C0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F6617A6-F14B-4A7A-A51A-E2805E8B9D48}"/>
              </a:ext>
            </a:extLst>
          </p:cNvPr>
          <p:cNvSpPr txBox="1"/>
          <p:nvPr/>
        </p:nvSpPr>
        <p:spPr>
          <a:xfrm>
            <a:off x="2456482" y="2948365"/>
            <a:ext cx="247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40E5546-2B9E-42CA-A500-E7B77F8F9A53}"/>
              </a:ext>
            </a:extLst>
          </p:cNvPr>
          <p:cNvSpPr/>
          <p:nvPr/>
        </p:nvSpPr>
        <p:spPr>
          <a:xfrm>
            <a:off x="2908511" y="3932493"/>
            <a:ext cx="1570635" cy="123568"/>
          </a:xfrm>
          <a:prstGeom prst="rect">
            <a:avLst/>
          </a:prstGeom>
          <a:solidFill>
            <a:srgbClr val="FFC000">
              <a:alpha val="36863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C000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A030E50-C97C-451B-84CD-C02F29C13B72}"/>
              </a:ext>
            </a:extLst>
          </p:cNvPr>
          <p:cNvSpPr/>
          <p:nvPr/>
        </p:nvSpPr>
        <p:spPr>
          <a:xfrm>
            <a:off x="2841452" y="5200171"/>
            <a:ext cx="2019112" cy="123568"/>
          </a:xfrm>
          <a:prstGeom prst="rect">
            <a:avLst/>
          </a:prstGeom>
          <a:solidFill>
            <a:srgbClr val="FFC000">
              <a:alpha val="36863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C000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1303388-15CE-4C53-8C0E-2F354255E02A}"/>
              </a:ext>
            </a:extLst>
          </p:cNvPr>
          <p:cNvSpPr/>
          <p:nvPr/>
        </p:nvSpPr>
        <p:spPr>
          <a:xfrm>
            <a:off x="2876039" y="4575206"/>
            <a:ext cx="2024019" cy="123568"/>
          </a:xfrm>
          <a:prstGeom prst="rect">
            <a:avLst/>
          </a:prstGeom>
          <a:solidFill>
            <a:srgbClr val="FFC000">
              <a:alpha val="36863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C000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8A1B5B2-F832-45BB-9501-A355E3ED18BD}"/>
              </a:ext>
            </a:extLst>
          </p:cNvPr>
          <p:cNvSpPr/>
          <p:nvPr/>
        </p:nvSpPr>
        <p:spPr>
          <a:xfrm>
            <a:off x="2908508" y="4240099"/>
            <a:ext cx="788318" cy="123568"/>
          </a:xfrm>
          <a:prstGeom prst="rect">
            <a:avLst/>
          </a:prstGeom>
          <a:solidFill>
            <a:srgbClr val="FFC000">
              <a:alpha val="36863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C000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F98A702-F8E2-4822-9A96-0B2E74DA7A75}"/>
              </a:ext>
            </a:extLst>
          </p:cNvPr>
          <p:cNvSpPr/>
          <p:nvPr/>
        </p:nvSpPr>
        <p:spPr>
          <a:xfrm>
            <a:off x="2853610" y="5498849"/>
            <a:ext cx="1639933" cy="123568"/>
          </a:xfrm>
          <a:prstGeom prst="rect">
            <a:avLst/>
          </a:prstGeom>
          <a:solidFill>
            <a:srgbClr val="FFC000">
              <a:alpha val="36863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C000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43FD9B8-99BD-44F3-B979-17941F139C2C}"/>
              </a:ext>
            </a:extLst>
          </p:cNvPr>
          <p:cNvSpPr/>
          <p:nvPr/>
        </p:nvSpPr>
        <p:spPr>
          <a:xfrm>
            <a:off x="2836545" y="6263818"/>
            <a:ext cx="1949813" cy="123568"/>
          </a:xfrm>
          <a:prstGeom prst="rect">
            <a:avLst/>
          </a:prstGeom>
          <a:solidFill>
            <a:srgbClr val="FFC000">
              <a:alpha val="36863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C000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85797EB-9CF5-4A5D-98A9-2EFB1360A400}"/>
              </a:ext>
            </a:extLst>
          </p:cNvPr>
          <p:cNvSpPr txBox="1"/>
          <p:nvPr/>
        </p:nvSpPr>
        <p:spPr>
          <a:xfrm>
            <a:off x="2423110" y="3790791"/>
            <a:ext cx="247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A3F54F5-7A74-4A7D-9B83-0758E2A5D718}"/>
              </a:ext>
            </a:extLst>
          </p:cNvPr>
          <p:cNvSpPr txBox="1"/>
          <p:nvPr/>
        </p:nvSpPr>
        <p:spPr>
          <a:xfrm>
            <a:off x="2423110" y="4120249"/>
            <a:ext cx="247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3F9D1DE-A6FA-4AF3-AAD5-6AEA6A72A239}"/>
              </a:ext>
            </a:extLst>
          </p:cNvPr>
          <p:cNvSpPr txBox="1"/>
          <p:nvPr/>
        </p:nvSpPr>
        <p:spPr>
          <a:xfrm>
            <a:off x="2411055" y="4438748"/>
            <a:ext cx="247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BA79CEA-502F-476E-BE05-F6BF756691DE}"/>
              </a:ext>
            </a:extLst>
          </p:cNvPr>
          <p:cNvSpPr txBox="1"/>
          <p:nvPr/>
        </p:nvSpPr>
        <p:spPr>
          <a:xfrm>
            <a:off x="2268995" y="5117078"/>
            <a:ext cx="4260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71B43F0-6391-4742-A45B-0F84F7DE69BC}"/>
              </a:ext>
            </a:extLst>
          </p:cNvPr>
          <p:cNvSpPr txBox="1"/>
          <p:nvPr/>
        </p:nvSpPr>
        <p:spPr>
          <a:xfrm>
            <a:off x="2268995" y="5463415"/>
            <a:ext cx="4260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F606276-9E69-4E4B-88E1-90B148B95645}"/>
              </a:ext>
            </a:extLst>
          </p:cNvPr>
          <p:cNvSpPr txBox="1"/>
          <p:nvPr/>
        </p:nvSpPr>
        <p:spPr>
          <a:xfrm>
            <a:off x="2268995" y="6140936"/>
            <a:ext cx="4260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AE3C3F-5FCB-1B86-B9CF-53B3ABB7DEAA}"/>
              </a:ext>
            </a:extLst>
          </p:cNvPr>
          <p:cNvSpPr/>
          <p:nvPr/>
        </p:nvSpPr>
        <p:spPr>
          <a:xfrm>
            <a:off x="2873648" y="4846182"/>
            <a:ext cx="5192050" cy="158885"/>
          </a:xfrm>
          <a:prstGeom prst="rect">
            <a:avLst/>
          </a:prstGeom>
          <a:solidFill>
            <a:srgbClr val="FFC000">
              <a:alpha val="36863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C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45AA11-D79C-F9E9-0A2E-883ABEB716C8}"/>
              </a:ext>
            </a:extLst>
          </p:cNvPr>
          <p:cNvSpPr txBox="1"/>
          <p:nvPr/>
        </p:nvSpPr>
        <p:spPr>
          <a:xfrm>
            <a:off x="2404064" y="4736249"/>
            <a:ext cx="4149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9a</a:t>
            </a:r>
          </a:p>
        </p:txBody>
      </p:sp>
    </p:spTree>
    <p:extLst>
      <p:ext uri="{BB962C8B-B14F-4D97-AF65-F5344CB8AC3E}">
        <p14:creationId xmlns:p14="http://schemas.microsoft.com/office/powerpoint/2010/main" val="34618333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AC72DF6-3392-42F1-BC6B-A7A1A265C8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" t="81336" r="378" b="6306"/>
          <a:stretch/>
        </p:blipFill>
        <p:spPr>
          <a:xfrm>
            <a:off x="3731442" y="914966"/>
            <a:ext cx="5635465" cy="84751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B5CFFA6-64C5-4EDF-B323-E91C820A7C05}"/>
              </a:ext>
            </a:extLst>
          </p:cNvPr>
          <p:cNvSpPr/>
          <p:nvPr/>
        </p:nvSpPr>
        <p:spPr>
          <a:xfrm>
            <a:off x="2927533" y="1244435"/>
            <a:ext cx="2162626" cy="123568"/>
          </a:xfrm>
          <a:prstGeom prst="rect">
            <a:avLst/>
          </a:prstGeom>
          <a:solidFill>
            <a:srgbClr val="FFC000">
              <a:alpha val="36863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C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2217BA1-7D5C-49F7-BBC7-AB7409F28162}"/>
              </a:ext>
            </a:extLst>
          </p:cNvPr>
          <p:cNvSpPr/>
          <p:nvPr/>
        </p:nvSpPr>
        <p:spPr>
          <a:xfrm>
            <a:off x="2927533" y="1541340"/>
            <a:ext cx="844367" cy="123568"/>
          </a:xfrm>
          <a:prstGeom prst="rect">
            <a:avLst/>
          </a:prstGeom>
          <a:solidFill>
            <a:srgbClr val="FFC000">
              <a:alpha val="36863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C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A017898-87A7-4B59-9056-1F126CA0B219}"/>
              </a:ext>
            </a:extLst>
          </p:cNvPr>
          <p:cNvSpPr txBox="1"/>
          <p:nvPr/>
        </p:nvSpPr>
        <p:spPr>
          <a:xfrm>
            <a:off x="2363470" y="1138815"/>
            <a:ext cx="424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31A3A4D-22C2-4CA7-A158-4CF94F118518}"/>
              </a:ext>
            </a:extLst>
          </p:cNvPr>
          <p:cNvSpPr txBox="1"/>
          <p:nvPr/>
        </p:nvSpPr>
        <p:spPr>
          <a:xfrm>
            <a:off x="2363468" y="1414062"/>
            <a:ext cx="424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14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D1C6403-70C2-4E55-B5C2-52FA043923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7781" y="2783075"/>
            <a:ext cx="3467400" cy="1798476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D0DDFEF2-54E6-4E71-9150-B77F83E44CB3}"/>
              </a:ext>
            </a:extLst>
          </p:cNvPr>
          <p:cNvSpPr/>
          <p:nvPr/>
        </p:nvSpPr>
        <p:spPr>
          <a:xfrm>
            <a:off x="4408170" y="4350442"/>
            <a:ext cx="3186087" cy="123568"/>
          </a:xfrm>
          <a:prstGeom prst="rect">
            <a:avLst/>
          </a:prstGeom>
          <a:solidFill>
            <a:srgbClr val="FFC000">
              <a:alpha val="36863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C0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AACC324-EBA4-4F4F-AF92-A0605E9E0A80}"/>
              </a:ext>
            </a:extLst>
          </p:cNvPr>
          <p:cNvSpPr txBox="1"/>
          <p:nvPr/>
        </p:nvSpPr>
        <p:spPr>
          <a:xfrm>
            <a:off x="3915865" y="4212219"/>
            <a:ext cx="424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21BC4A6-F9AD-480A-BE04-C4BB2541551D}"/>
              </a:ext>
            </a:extLst>
          </p:cNvPr>
          <p:cNvSpPr/>
          <p:nvPr/>
        </p:nvSpPr>
        <p:spPr>
          <a:xfrm>
            <a:off x="6113145" y="1244435"/>
            <a:ext cx="1498257" cy="1235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1767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57F8C09-0D3F-4D9B-BA6E-60B1F3CBDB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0706" y="0"/>
            <a:ext cx="4879731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462F009-C623-4689-8AB3-9A80119EAE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3250" y="2692787"/>
            <a:ext cx="5509737" cy="1348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6499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16</Words>
  <Application>Microsoft Office PowerPoint</Application>
  <PresentationFormat>Widescreen</PresentationFormat>
  <Paragraphs>16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Dornier Rémy Jean Daniel</dc:creator>
  <cp:lastModifiedBy>Rémy Jean Daniel Dornier</cp:lastModifiedBy>
  <cp:revision>6</cp:revision>
  <dcterms:created xsi:type="dcterms:W3CDTF">2025-04-17T11:44:19Z</dcterms:created>
  <dcterms:modified xsi:type="dcterms:W3CDTF">2026-05-28T12:31:11Z</dcterms:modified>
</cp:coreProperties>
</file>